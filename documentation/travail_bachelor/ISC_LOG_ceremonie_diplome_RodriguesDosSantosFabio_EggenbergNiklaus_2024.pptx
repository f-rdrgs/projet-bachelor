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3"/>
  </p:notesMasterIdLst>
  <p:handoutMasterIdLst>
    <p:handoutMasterId r:id="rId4"/>
  </p:handoutMasterIdLst>
  <p:sldIdLst>
    <p:sldId id="289" r:id="rId2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30" autoAdjust="0"/>
    <p:restoredTop sz="94626"/>
  </p:normalViewPr>
  <p:slideViewPr>
    <p:cSldViewPr snapToGrid="0">
      <p:cViewPr varScale="1">
        <p:scale>
          <a:sx n="146" d="100"/>
          <a:sy n="146" d="100"/>
        </p:scale>
        <p:origin x="948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02F62EA-2FFE-DC47-A045-E876DFF435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A30497E-EF12-C749-87F0-5BB4B61A328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E35D8A-043F-1A4C-8755-955935A64998}" type="datetimeFigureOut">
              <a:rPr lang="fr-FR" smtClean="0"/>
              <a:t>19/08/2024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262A024-E921-5C42-9651-9C6584CC69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7D8915C-E305-DB45-BB0D-F8DA1A3AED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34AF0-9E88-9141-890A-EAAA548CB2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34891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B78CA8-3C0C-450E-A9A8-1BF427B2CF19}" type="datetimeFigureOut">
              <a:rPr lang="fr-CH" smtClean="0"/>
              <a:t>19.08.2024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0646E2-F36B-4354-BCF5-0A010A16FED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228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9">
            <a:extLst>
              <a:ext uri="{FF2B5EF4-FFF2-40B4-BE49-F238E27FC236}">
                <a16:creationId xmlns:a16="http://schemas.microsoft.com/office/drawing/2014/main" id="{3CB8985B-E0F0-3098-F006-537304F92A5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951" y="590934"/>
            <a:ext cx="5980129" cy="4552565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fr-CH" dirty="0"/>
              <a:t>Image projet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D75CFE4C-BCD5-1133-0D76-B315E42D33B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04034" y="2934383"/>
            <a:ext cx="1125722" cy="1123188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fr-CH" dirty="0"/>
              <a:t>Photo Portrait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661D47-EDA6-1C6D-C0D3-1FF7B9287344}"/>
              </a:ext>
            </a:extLst>
          </p:cNvPr>
          <p:cNvSpPr/>
          <p:nvPr userDrawn="1"/>
        </p:nvSpPr>
        <p:spPr>
          <a:xfrm>
            <a:off x="6217920" y="4446339"/>
            <a:ext cx="2926080" cy="69716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2D512A27-DD0B-A517-ECD2-A7FF90720D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9542" y="766299"/>
            <a:ext cx="2570503" cy="1779316"/>
          </a:xfrm>
          <a:prstGeom prst="rect">
            <a:avLst/>
          </a:prstGeom>
        </p:spPr>
        <p:txBody>
          <a:bodyPr lIns="0" anchor="t" anchorCtr="0"/>
          <a:lstStyle>
            <a:lvl1pPr algn="l">
              <a:defRPr sz="20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Titre projet</a:t>
            </a:r>
            <a:endParaRPr lang="fr-CH" dirty="0"/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549E88E6-CF9B-D7F9-0D39-EDDCE6D30F2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88290" y="3315340"/>
            <a:ext cx="2110213" cy="304808"/>
          </a:xfrm>
          <a:ln>
            <a:noFill/>
          </a:ln>
        </p:spPr>
        <p:txBody>
          <a:bodyPr lIns="0" anchor="b" anchorCtr="0">
            <a:noAutofit/>
          </a:bodyPr>
          <a:lstStyle>
            <a:lvl1pPr marL="0" indent="0" algn="l">
              <a:buNone/>
              <a:defRPr sz="1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59BEC319-2FAC-1AF6-CFEF-A768986516DA}"/>
              </a:ext>
            </a:extLst>
          </p:cNvPr>
          <p:cNvCxnSpPr>
            <a:cxnSpLocks/>
          </p:cNvCxnSpPr>
          <p:nvPr userDrawn="1"/>
        </p:nvCxnSpPr>
        <p:spPr>
          <a:xfrm flipH="1">
            <a:off x="6788290" y="3668802"/>
            <a:ext cx="679941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4D81E194-7302-A9A5-D5E7-CE64BB486080}"/>
              </a:ext>
            </a:extLst>
          </p:cNvPr>
          <p:cNvCxnSpPr>
            <a:cxnSpLocks/>
          </p:cNvCxnSpPr>
          <p:nvPr userDrawn="1"/>
        </p:nvCxnSpPr>
        <p:spPr>
          <a:xfrm flipH="1">
            <a:off x="6788290" y="3305387"/>
            <a:ext cx="679941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 12" descr="Logo_hepia.png">
            <a:extLst>
              <a:ext uri="{FF2B5EF4-FFF2-40B4-BE49-F238E27FC236}">
                <a16:creationId xmlns:a16="http://schemas.microsoft.com/office/drawing/2014/main" id="{6A1F225D-04CF-724F-24FC-1B1D6B5844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96" r="18875" b="17085"/>
          <a:stretch/>
        </p:blipFill>
        <p:spPr bwMode="auto">
          <a:xfrm>
            <a:off x="7581626" y="4613423"/>
            <a:ext cx="1301361" cy="414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Image 13" descr="Logo_HES-SO.png">
            <a:extLst>
              <a:ext uri="{FF2B5EF4-FFF2-40B4-BE49-F238E27FC236}">
                <a16:creationId xmlns:a16="http://schemas.microsoft.com/office/drawing/2014/main" id="{9FBF9795-12E3-592C-7BC9-20756CE72C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232" y="4671287"/>
            <a:ext cx="879549" cy="255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C52F9F0-AC17-1C43-32AD-753AC0A8E21A}"/>
              </a:ext>
            </a:extLst>
          </p:cNvPr>
          <p:cNvCxnSpPr>
            <a:cxnSpLocks/>
          </p:cNvCxnSpPr>
          <p:nvPr userDrawn="1"/>
        </p:nvCxnSpPr>
        <p:spPr>
          <a:xfrm flipH="1">
            <a:off x="6239542" y="4453288"/>
            <a:ext cx="2624788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59B6E9CA-9600-6DFF-1B96-84AD6C6B839B}"/>
              </a:ext>
            </a:extLst>
          </p:cNvPr>
          <p:cNvCxnSpPr>
            <a:cxnSpLocks/>
          </p:cNvCxnSpPr>
          <p:nvPr userDrawn="1"/>
        </p:nvCxnSpPr>
        <p:spPr>
          <a:xfrm flipH="1">
            <a:off x="6239542" y="606121"/>
            <a:ext cx="2624788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F8A243F9-8E58-22A2-4727-7B89BD5FC1A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3426"/>
            <a:ext cx="9144000" cy="594360"/>
          </a:xfrm>
          <a:prstGeom prst="rect">
            <a:avLst/>
          </a:prstGeom>
        </p:spPr>
      </p:pic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E922285F-4AC5-1CBE-83B3-A7F905B8EB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88714" y="3832237"/>
            <a:ext cx="2175991" cy="374650"/>
          </a:xfrm>
        </p:spPr>
        <p:txBody>
          <a:bodyPr lIns="0" rIns="90000">
            <a:noAutofit/>
          </a:bodyPr>
          <a:lstStyle>
            <a:lvl1pPr marL="0" indent="0">
              <a:buFontTx/>
              <a:buNone/>
              <a:defRPr sz="1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</p:spTree>
    <p:extLst>
      <p:ext uri="{BB962C8B-B14F-4D97-AF65-F5344CB8AC3E}">
        <p14:creationId xmlns:p14="http://schemas.microsoft.com/office/powerpoint/2010/main" val="3892876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1731400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1" kern="1200" cap="all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pour une image  7" descr="Une image contenant garçon, dessin humoristique&#10;&#10;Description générée automatiquement">
            <a:extLst>
              <a:ext uri="{FF2B5EF4-FFF2-40B4-BE49-F238E27FC236}">
                <a16:creationId xmlns:a16="http://schemas.microsoft.com/office/drawing/2014/main" id="{15291AF3-2DE6-9D3F-C6CB-B9D35C54C59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5" r="1665"/>
          <a:stretch>
            <a:fillRect/>
          </a:stretch>
        </p:blipFill>
        <p:spPr/>
      </p:pic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D10D84D-1124-4265-4DB8-C11EB3D1EE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AA961654-3CC7-E432-B0EF-3250DF3758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/>
              <a:t>Système de réservation interactif via chat-bot</a:t>
            </a:r>
            <a:endParaRPr lang="fr-FR" dirty="0"/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F67A867E-C600-F485-E310-C66A622E5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8714" y="3343573"/>
            <a:ext cx="2246198" cy="304808"/>
          </a:xfrm>
        </p:spPr>
        <p:txBody>
          <a:bodyPr/>
          <a:lstStyle/>
          <a:p>
            <a:r>
              <a:rPr lang="fr-FR" dirty="0"/>
              <a:t>Fabio Rodrigues dos Santos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50E4770-08A3-9C20-B3E9-5110B6C943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3344290"/>
      </p:ext>
    </p:extLst>
  </p:cSld>
  <p:clrMapOvr>
    <a:masterClrMapping/>
  </p:clrMapOvr>
</p:sld>
</file>

<file path=ppt/theme/theme1.xml><?xml version="1.0" encoding="utf-8"?>
<a:theme xmlns:a="http://schemas.openxmlformats.org/drawingml/2006/main" name="1_PROJET Avec encadran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ITI_Modèle_présentation_diplôme</Template>
  <TotalTime>1077</TotalTime>
  <Words>10</Words>
  <Application>Microsoft Office PowerPoint</Application>
  <PresentationFormat>Affichage à l'écran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1_PROJET Avec encadrant</vt:lpstr>
      <vt:lpstr>Système de réservation interactif via chat-bot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de Microsoft Office</dc:creator>
  <cp:lastModifiedBy>Rodrigues Dos Santos Fábio</cp:lastModifiedBy>
  <cp:revision>45</cp:revision>
  <dcterms:created xsi:type="dcterms:W3CDTF">2018-03-15T13:34:35Z</dcterms:created>
  <dcterms:modified xsi:type="dcterms:W3CDTF">2024-08-19T20:12:23Z</dcterms:modified>
</cp:coreProperties>
</file>