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1"/>
    <p:sldMasterId id="2147483676" r:id="rId2"/>
  </p:sldMasterIdLst>
  <p:notesMasterIdLst>
    <p:notesMasterId r:id="rId4"/>
  </p:notesMasterIdLst>
  <p:handoutMasterIdLst>
    <p:handoutMasterId r:id="rId5"/>
  </p:handoutMasterIdLst>
  <p:sldIdLst>
    <p:sldId id="289" r:id="rId3"/>
  </p:sldIdLst>
  <p:sldSz cx="30243463" cy="42806938"/>
  <p:notesSz cx="6858000" cy="9144000"/>
  <p:defaultTextStyle>
    <a:defPPr>
      <a:defRPr lang="fr-FR"/>
    </a:defPPr>
    <a:lvl1pPr marL="0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1pPr>
    <a:lvl2pPr marL="1753179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2pPr>
    <a:lvl3pPr marL="3506358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3pPr>
    <a:lvl4pPr marL="5259537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4pPr>
    <a:lvl5pPr marL="7012716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5pPr>
    <a:lvl6pPr marL="8765896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6pPr>
    <a:lvl7pPr marL="10519075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7pPr>
    <a:lvl8pPr marL="12272254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8pPr>
    <a:lvl9pPr marL="14025433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079"/>
    <p:restoredTop sz="96311"/>
  </p:normalViewPr>
  <p:slideViewPr>
    <p:cSldViewPr snapToGrid="0" snapToObjects="1">
      <p:cViewPr varScale="1">
        <p:scale>
          <a:sx n="18" d="100"/>
          <a:sy n="18" d="100"/>
        </p:scale>
        <p:origin x="37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44183F3-13AF-5A4F-9C5C-8852F40F93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B88AF7E-D3ED-BD4B-A232-B84FB5673D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17754-5853-E642-A494-B712EA782523}" type="datetimeFigureOut">
              <a:rPr lang="fr-FR" smtClean="0"/>
              <a:t>19/08/2024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049FEC1-D668-1F4F-9E78-6400BE8ADC4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CE4F1E-D752-934F-8200-039B656964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F2064A-0971-F446-A7E0-9C3593E78E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79734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093DE3-EB4F-DD48-B8D6-678A564BF77A}" type="datetimeFigureOut">
              <a:rPr lang="fr-FR" smtClean="0"/>
              <a:t>19/08/2024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DC20F-9563-D645-9A78-3F1F52D681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20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3D5292-E20F-657B-1FEC-DD7145C6B4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95" y="-101155"/>
            <a:ext cx="30313952" cy="2316762"/>
          </a:xfrm>
          <a:prstGeom prst="rect">
            <a:avLst/>
          </a:prstGeom>
        </p:spPr>
      </p:pic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4E415161-56DE-D1A1-FDEC-726AF738508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2807D36-18DE-A956-BB73-01BF51EBE1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D1E53B3C-BBBF-FF8C-6BD1-311A4BB2C149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0EA66EB1-8926-6AFF-8F36-5148EB4997A1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95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3D5292-E20F-657B-1FEC-DD7145C6B4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2"/>
          </a:xfrm>
          <a:prstGeom prst="rect">
            <a:avLst/>
          </a:prstGeom>
        </p:spPr>
      </p:pic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31B3C343-18A4-00B2-11D8-E365EA4A636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C0D2EA5-9F07-C121-F6D6-78A04E9563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2EFE9D8-D422-E38C-314E-E7179AC15323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68E4A21-AD0C-889C-E9AF-BF54E725003E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840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3D5292-E20F-657B-1FEC-DD7145C6B4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1"/>
          </a:xfrm>
          <a:prstGeom prst="rect">
            <a:avLst/>
          </a:prstGeom>
        </p:spPr>
      </p:pic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0B8CEE5A-DD4D-8629-9DD7-67117DA7339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0E490-64DA-CDC3-5BC9-F7BD5199EF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2B9B701D-F876-4C10-C22D-BCA3EFC268A9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057849F4-E8F1-5C7C-8E52-8465B21163E2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459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3D5292-E20F-657B-1FEC-DD7145C6B4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95" y="-101155"/>
            <a:ext cx="30313952" cy="2316762"/>
          </a:xfrm>
          <a:prstGeom prst="rect">
            <a:avLst/>
          </a:prstGeom>
        </p:spPr>
      </p:pic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160F6E9D-8B71-ABDE-D633-2426FCBEBA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595927F-B4D3-475D-8F5B-79B146621A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B053AF61-7BA5-D5A7-5456-F0F253D9582E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49F13A9-2708-8131-49DF-531356DE4BD4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59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3D5292-E20F-657B-1FEC-DD7145C6B4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2"/>
          </a:xfrm>
          <a:prstGeom prst="rect">
            <a:avLst/>
          </a:prstGeom>
        </p:spPr>
      </p:pic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3B6B604D-A37A-6A2A-8F46-FC6E6D03DE8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03E1509-3DCA-ECC8-04E9-9D0A2CC992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AD735B2E-7E9A-FE22-60CF-A2958EB57F30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E9A5E5B-4F66-A279-6894-F7606F70AC4F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779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3D5292-E20F-657B-1FEC-DD7145C6B4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1"/>
          </a:xfrm>
          <a:prstGeom prst="rect">
            <a:avLst/>
          </a:prstGeom>
        </p:spPr>
      </p:pic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C4823DDB-CC33-067B-CE0E-CE03929CA8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DF38E28-5085-D8C9-513C-722C96097F4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B2603BA9-384A-B3A1-6B04-16AC9E2AFFC4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EBD29D67-ADF7-E93C-893C-9FE66E677A95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261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3D5292-E20F-657B-1FEC-DD7145C6B4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95" y="-101155"/>
            <a:ext cx="30313952" cy="2316763"/>
          </a:xfrm>
          <a:prstGeom prst="rect">
            <a:avLst/>
          </a:prstGeom>
        </p:spPr>
      </p:pic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D4529894-8E0A-5DB3-5F06-0B243DC0C4C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93C88EA-4E74-F6BB-9815-00D341B398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4360FEC-01A7-9EB6-4F39-6FA8627FEFAF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5621C141-FF25-F2DC-FEFC-4D38D8A2970E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307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3D5292-E20F-657B-1FEC-DD7145C6B4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1"/>
          </a:xfrm>
          <a:prstGeom prst="rect">
            <a:avLst/>
          </a:prstGeom>
        </p:spPr>
      </p:pic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0A9F4354-4995-B4C7-9CA7-AB106C693E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5BC0A60-AD13-4595-6A1E-F9E791DBE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4E5400BD-B5B0-0E6A-D537-F69AAE9F2F74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119F7F27-42E9-E78A-3A6D-CA8066FF354F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582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3D5292-E20F-657B-1FEC-DD7145C6B4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1"/>
          </a:xfrm>
          <a:prstGeom prst="rect">
            <a:avLst/>
          </a:prstGeom>
        </p:spPr>
      </p:pic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94356B7C-FEA8-02B6-4A49-3AAB5D04548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6DA1DEA-5BA3-7D43-12D1-475B742F591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C525FF74-E18F-89B4-3DFC-E99DE00A22FD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F1877220-A46A-BAEE-2863-A29D6FD87A02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321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5" name="Espace réservé pour une image  7">
            <a:extLst>
              <a:ext uri="{FF2B5EF4-FFF2-40B4-BE49-F238E27FC236}">
                <a16:creationId xmlns:a16="http://schemas.microsoft.com/office/drawing/2014/main" id="{4F880C78-E260-3B2B-0744-1CC9810BDF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16" name="Sous-titre 2">
            <a:extLst>
              <a:ext uri="{FF2B5EF4-FFF2-40B4-BE49-F238E27FC236}">
                <a16:creationId xmlns:a16="http://schemas.microsoft.com/office/drawing/2014/main" id="{3134545D-BEF9-F3A0-9D20-79817A5FF7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CEDFA40C-0C5E-217D-8748-12A894967407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6BF6A8B-C498-7F0A-BDC3-FCBA29D40CC3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4B7FA1AF-C93D-01E3-402C-6CED293C56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88090" y="37365141"/>
            <a:ext cx="7862310" cy="1364943"/>
          </a:xfrm>
        </p:spPr>
        <p:txBody>
          <a:bodyPr lIns="0" rIns="90000" anchor="ctr" anchorCtr="0">
            <a:noAutofit/>
          </a:bodyPr>
          <a:lstStyle>
            <a:lvl1pPr marL="0" indent="0">
              <a:buFontTx/>
              <a:buNone/>
              <a:defRPr sz="3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C83B0B6-E377-4316-E27A-0C9F5400F45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95" y="-101155"/>
            <a:ext cx="30313952" cy="231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485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9853131A-5A47-89A0-81E4-37951E78B8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B6300EC-D0D4-D3E4-D0A2-348156A47E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A0B605FD-D4FD-A00A-2370-783EF38820DF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037591AB-3D9E-2023-9D25-B4DF7A246A8A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CD5D4A1D-FE9C-26E4-27B0-5F0EB4775C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88090" y="37365141"/>
            <a:ext cx="7862310" cy="1364943"/>
          </a:xfrm>
        </p:spPr>
        <p:txBody>
          <a:bodyPr lIns="0" rIns="90000" anchor="ctr" anchorCtr="0">
            <a:noAutofit/>
          </a:bodyPr>
          <a:lstStyle>
            <a:lvl1pPr marL="0" indent="0">
              <a:buFontTx/>
              <a:buNone/>
              <a:defRPr sz="3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A486E89E-9456-DB60-6B43-270100DFCC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78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E0EA17BF-753F-76BB-BC08-641BBA2635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71C9DED-DB09-31AD-2DF8-262081507B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A6536E29-F79C-6963-B6F9-A654232B9D79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740CD993-6F4C-C8DF-07A2-071EBC9B268C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391F5507-503D-7BBF-B4E5-08F9195798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88090" y="37365141"/>
            <a:ext cx="7862310" cy="1364943"/>
          </a:xfrm>
        </p:spPr>
        <p:txBody>
          <a:bodyPr lIns="0" rIns="90000" anchor="ctr" anchorCtr="0">
            <a:noAutofit/>
          </a:bodyPr>
          <a:lstStyle>
            <a:lvl1pPr marL="0" indent="0">
              <a:buFontTx/>
              <a:buNone/>
              <a:defRPr sz="3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EA94963F-536A-F1C2-1EFA-D0B885F3FCA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1625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CB563081-AC5C-2261-FB46-081B6B1841C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E0CA6C7-9907-3EF9-678A-92238345310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B7B93EB-BAC6-626E-36AC-83AE94149607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3965B0B-31BB-B102-117E-308F3C8B2CE1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DC31F861-047F-9627-CE4B-2B13EA80D7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88090" y="37365141"/>
            <a:ext cx="7862310" cy="1364943"/>
          </a:xfrm>
        </p:spPr>
        <p:txBody>
          <a:bodyPr lIns="0" rIns="90000" anchor="ctr" anchorCtr="0">
            <a:noAutofit/>
          </a:bodyPr>
          <a:lstStyle>
            <a:lvl1pPr marL="0" indent="0">
              <a:buFontTx/>
              <a:buNone/>
              <a:defRPr sz="3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D950B45F-0E00-23CE-0613-F7B6F0C6812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95" y="-101155"/>
            <a:ext cx="30313952" cy="231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863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3DDC679F-C497-C2A5-0DBE-7F3B5F1E76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0EB330-E608-E00E-0AE6-DEDC05E591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4E2F543B-3793-AEC5-CC48-00244F000220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C382BFC-8FC0-852F-C2D1-02646A63D897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EA71F379-7382-1ED6-EF07-4CED76148E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88090" y="37365141"/>
            <a:ext cx="7862310" cy="1364943"/>
          </a:xfrm>
        </p:spPr>
        <p:txBody>
          <a:bodyPr lIns="0" rIns="90000" anchor="ctr" anchorCtr="0">
            <a:noAutofit/>
          </a:bodyPr>
          <a:lstStyle>
            <a:lvl1pPr marL="0" indent="0">
              <a:buFontTx/>
              <a:buNone/>
              <a:defRPr sz="3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69697FC-295C-D953-1684-02396BD6BE1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266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41F2E5DD-8CA8-B9E0-AB6E-41A3911B97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20E85E8-CBC4-42AC-4EF5-F4258D2953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841B4BEA-061B-A7B5-E965-1C7AC48BF21A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FB84F350-648F-4091-198F-CB1045EF8D6F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12E415BC-06E8-4C1A-9CFE-E5F4836A3E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88090" y="37365141"/>
            <a:ext cx="7862310" cy="1364943"/>
          </a:xfrm>
        </p:spPr>
        <p:txBody>
          <a:bodyPr lIns="0" rIns="90000" anchor="ctr" anchorCtr="0">
            <a:noAutofit/>
          </a:bodyPr>
          <a:lstStyle>
            <a:lvl1pPr marL="0" indent="0">
              <a:buFontTx/>
              <a:buNone/>
              <a:defRPr sz="3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A34BAA4-C457-01F4-454D-CE0D7ABE020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8764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3EF5CD71-F841-F6B9-0411-AE6F48433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685C40-B4DB-2F94-BBA5-0B5983AB75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AC8D8D94-BDCD-A671-F6C1-0C4A9A66572F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13B1DAA1-0813-6597-4BC9-A4E9A62D7174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04F3563C-BFF5-6793-011E-BA07F0A995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88090" y="37365141"/>
            <a:ext cx="7862310" cy="1364943"/>
          </a:xfrm>
        </p:spPr>
        <p:txBody>
          <a:bodyPr lIns="0" rIns="90000" anchor="ctr" anchorCtr="0">
            <a:noAutofit/>
          </a:bodyPr>
          <a:lstStyle>
            <a:lvl1pPr marL="0" indent="0">
              <a:buFontTx/>
              <a:buNone/>
              <a:defRPr sz="3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B5B3E7F-9763-9DDF-EB16-6823957C6DF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95" y="-101155"/>
            <a:ext cx="30313952" cy="23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340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134A2CD4-8EDD-9D5A-83CC-068AEC111D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B9BBAFC-E831-2CBB-E54D-A355A5B2B3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29B87E1E-42FC-69F8-4C55-6A1B9FAC0D2D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EA342CE-D969-4396-E835-D522F6837C86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884ED545-E7C8-55CD-272A-911919B41A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88090" y="37365141"/>
            <a:ext cx="7862310" cy="1364943"/>
          </a:xfrm>
        </p:spPr>
        <p:txBody>
          <a:bodyPr lIns="0" rIns="90000" anchor="ctr" anchorCtr="0">
            <a:noAutofit/>
          </a:bodyPr>
          <a:lstStyle>
            <a:lvl1pPr marL="0" indent="0">
              <a:buFontTx/>
              <a:buNone/>
              <a:defRPr sz="3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6D9D490-F0F6-5E9C-485F-11C7409DBD6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349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55343AA6-DA72-C70C-3DC2-32912DF0063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817AFA1-3C76-E37B-24BE-EBDF825399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041DA52-18F9-4C94-70DF-865E148C3B97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51E5942-127A-B6EB-5106-7D3883596BBF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5B3CECF6-2380-B564-474D-800FA235F0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88090" y="37365141"/>
            <a:ext cx="7862310" cy="1364943"/>
          </a:xfrm>
        </p:spPr>
        <p:txBody>
          <a:bodyPr lIns="0" rIns="90000" anchor="ctr" anchorCtr="0">
            <a:noAutofit/>
          </a:bodyPr>
          <a:lstStyle>
            <a:lvl1pPr marL="0" indent="0">
              <a:buFontTx/>
              <a:buNone/>
              <a:defRPr sz="3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879C9D3-4CD9-0B48-9BDB-0F251D0890F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116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E68D0A0-B30B-53ED-5808-7A15D211D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625" y="2279650"/>
            <a:ext cx="26084213" cy="8274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59935B8-774A-93E9-F276-CAA35AD65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79625" y="11395075"/>
            <a:ext cx="26084213" cy="27160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C95E42-34D2-F6B1-C1D5-3F5E0C7DD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79625" y="39676388"/>
            <a:ext cx="6804025" cy="2278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9840A-2930-654E-B078-11D18D849FEC}" type="datetimeFigureOut">
              <a:rPr lang="fr-FR" smtClean="0"/>
              <a:t>19/08/2024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50956A-141D-B0CF-664B-C558D5C6C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8713" y="39676388"/>
            <a:ext cx="10206037" cy="2278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1D054E-A846-B8B2-4C79-7B4845E12A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59813" y="39676388"/>
            <a:ext cx="6804025" cy="2278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68755-2A90-AF4E-A612-ADA4BA8106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1233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67" r:id="rId7"/>
    <p:sldLayoutId id="2147483674" r:id="rId8"/>
    <p:sldLayoutId id="2147483675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482" userDrawn="1">
          <p15:clr>
            <a:srgbClr val="F26B43"/>
          </p15:clr>
        </p15:guide>
        <p15:guide id="2" pos="952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E68D0A0-B30B-53ED-5808-7A15D211D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625" y="2279650"/>
            <a:ext cx="26084213" cy="8274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59935B8-774A-93E9-F276-CAA35AD65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79625" y="11395075"/>
            <a:ext cx="26084213" cy="27160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C95E42-34D2-F6B1-C1D5-3F5E0C7DD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79625" y="39676388"/>
            <a:ext cx="6804025" cy="2278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9840A-2930-654E-B078-11D18D849FEC}" type="datetimeFigureOut">
              <a:rPr lang="fr-FR" smtClean="0"/>
              <a:t>19/08/2024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50956A-141D-B0CF-664B-C558D5C6C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8713" y="39676388"/>
            <a:ext cx="10206037" cy="2278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1D054E-A846-B8B2-4C79-7B4845E12A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59813" y="39676388"/>
            <a:ext cx="6804025" cy="2278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68755-2A90-AF4E-A612-ADA4BA8106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1251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482" userDrawn="1">
          <p15:clr>
            <a:srgbClr val="F26B43"/>
          </p15:clr>
        </p15:guide>
        <p15:guide id="2" pos="952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Espace réservé du texte 46">
            <a:extLst>
              <a:ext uri="{FF2B5EF4-FFF2-40B4-BE49-F238E27FC236}">
                <a16:creationId xmlns:a16="http://schemas.microsoft.com/office/drawing/2014/main" id="{71C3534B-837B-F9AA-160C-18C990FFBEF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fr-CH" dirty="0"/>
              <a:t>Système de réservation interactif via chat-bot</a:t>
            </a:r>
            <a:endParaRPr lang="fr-FR" dirty="0"/>
          </a:p>
        </p:txBody>
      </p:sp>
      <p:pic>
        <p:nvPicPr>
          <p:cNvPr id="3" name="Espace réservé pour une image  2" descr="Une image contenant garçon, dessin humoristique&#10;&#10;Description générée automatiquement">
            <a:extLst>
              <a:ext uri="{FF2B5EF4-FFF2-40B4-BE49-F238E27FC236}">
                <a16:creationId xmlns:a16="http://schemas.microsoft.com/office/drawing/2014/main" id="{2310799E-89D9-C956-4D02-58ED453635A2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t="5375" b="5375"/>
          <a:stretch>
            <a:fillRect/>
          </a:stretch>
        </p:blipFill>
        <p:spPr/>
      </p:pic>
      <p:sp>
        <p:nvSpPr>
          <p:cNvPr id="48" name="Espace réservé du texte 47">
            <a:extLst>
              <a:ext uri="{FF2B5EF4-FFF2-40B4-BE49-F238E27FC236}">
                <a16:creationId xmlns:a16="http://schemas.microsoft.com/office/drawing/2014/main" id="{79D3F94F-C1CB-1722-D6C1-3D8E59A4FD0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78607" y="30912619"/>
            <a:ext cx="12960000" cy="8069736"/>
          </a:xfrm>
        </p:spPr>
        <p:txBody>
          <a:bodyPr>
            <a:normAutofit fontScale="92500" lnSpcReduction="10000"/>
          </a:bodyPr>
          <a:lstStyle/>
          <a:p>
            <a:pPr marL="1143000" indent="-1143000">
              <a:buFont typeface="Wingdings" panose="05000000000000000000" pitchFamily="2" charset="2"/>
              <a:buChar char="§"/>
            </a:pPr>
            <a:r>
              <a:rPr lang="fr-FR" sz="7200" b="0" dirty="0"/>
              <a:t>Bot modulable selon ressources à offrir</a:t>
            </a:r>
          </a:p>
          <a:p>
            <a:pPr marL="1143000" indent="-1143000">
              <a:buFont typeface="Wingdings" panose="05000000000000000000" pitchFamily="2" charset="2"/>
              <a:buChar char="§"/>
            </a:pPr>
            <a:r>
              <a:rPr lang="fr-FR" sz="7200" b="0" dirty="0"/>
              <a:t>Conversations plus permissives; moins strictement encadrées</a:t>
            </a:r>
          </a:p>
          <a:p>
            <a:pPr marL="1143000" indent="-1143000">
              <a:buFont typeface="Wingdings" panose="05000000000000000000" pitchFamily="2" charset="2"/>
              <a:buChar char="§"/>
            </a:pPr>
            <a:r>
              <a:rPr lang="fr-FR" sz="7200" b="0" dirty="0"/>
              <a:t>Aisance à implémenter le bot sur toute interface (</a:t>
            </a:r>
            <a:r>
              <a:rPr lang="fr-FR" sz="7200" b="0" dirty="0" err="1"/>
              <a:t>Chatbox</a:t>
            </a:r>
            <a:r>
              <a:rPr lang="fr-FR" sz="7200" b="0" dirty="0"/>
              <a:t>, mobile, app de messagerie, …)</a:t>
            </a:r>
          </a:p>
          <a:p>
            <a:pPr marL="1143000" indent="-1143000">
              <a:buFont typeface="Wingdings" panose="05000000000000000000" pitchFamily="2" charset="2"/>
              <a:buChar char="§"/>
            </a:pPr>
            <a:endParaRPr lang="fr-FR" sz="7200" b="0" dirty="0"/>
          </a:p>
        </p:txBody>
      </p:sp>
      <p:sp>
        <p:nvSpPr>
          <p:cNvPr id="49" name="Espace réservé du texte 48">
            <a:extLst>
              <a:ext uri="{FF2B5EF4-FFF2-40B4-BE49-F238E27FC236}">
                <a16:creationId xmlns:a16="http://schemas.microsoft.com/office/drawing/2014/main" id="{6416CF1E-8ADD-CF02-98F9-9F9D8E419AE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fr-FR" b="1" dirty="0"/>
              <a:t>Réalisation</a:t>
            </a:r>
          </a:p>
          <a:p>
            <a:r>
              <a:rPr lang="fr-FR" dirty="0"/>
              <a:t>L’implémentation du bot s’est faite grâce à Rasa; un </a:t>
            </a:r>
            <a:r>
              <a:rPr lang="fr-FR" dirty="0" err="1"/>
              <a:t>framework</a:t>
            </a:r>
            <a:r>
              <a:rPr lang="fr-FR" dirty="0"/>
              <a:t> </a:t>
            </a:r>
            <a:r>
              <a:rPr lang="fr-FR" dirty="0" err="1"/>
              <a:t>OpenSource</a:t>
            </a:r>
            <a:r>
              <a:rPr lang="fr-FR" dirty="0"/>
              <a:t> de création de Bot conversationnel en python. Pour interagir avec ce dernier, une API a été mise en place. Et pour permettre à l’utilisateur de dialoguer, deux interfaces sont mises à disposition: un bot Telegram et une interface web pour émuler un système de messagerie quelconque.</a:t>
            </a:r>
          </a:p>
          <a:p>
            <a:endParaRPr lang="fr-FR" dirty="0"/>
          </a:p>
          <a:p>
            <a:r>
              <a:rPr lang="fr-FR" b="1" dirty="0"/>
              <a:t>Résultats</a:t>
            </a:r>
          </a:p>
        </p:txBody>
      </p:sp>
      <p:sp>
        <p:nvSpPr>
          <p:cNvPr id="50" name="Espace réservé du texte 49">
            <a:extLst>
              <a:ext uri="{FF2B5EF4-FFF2-40B4-BE49-F238E27FC236}">
                <a16:creationId xmlns:a16="http://schemas.microsoft.com/office/drawing/2014/main" id="{31BD7FBD-09A7-2D98-50F6-480E7E67BA2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98743" y="15125712"/>
            <a:ext cx="12960000" cy="5867388"/>
          </a:xfrm>
        </p:spPr>
        <p:txBody>
          <a:bodyPr>
            <a:normAutofit lnSpcReduction="10000"/>
          </a:bodyPr>
          <a:lstStyle/>
          <a:p>
            <a:r>
              <a:rPr lang="fr-FR" b="1" dirty="0"/>
              <a:t>Contexte et Objectifs</a:t>
            </a:r>
            <a:endParaRPr lang="fr-FR" sz="4800" b="1" dirty="0"/>
          </a:p>
          <a:p>
            <a:r>
              <a:rPr lang="fr-FR" dirty="0"/>
              <a:t>Actuellement, les principaux moyens de réservation sont au travers de sites web ou d’appels téléphoniques. L’un est souvent très séquentiel et rigide et l’autre soumis à des restrictions d’horaires et pouvant prendre en général qu’un client à la fois. C’est entre ces deux systèmes que vient se placer ce projet avec un Chatbot par applications mobiles ou messages.</a:t>
            </a:r>
          </a:p>
        </p:txBody>
      </p:sp>
      <p:sp>
        <p:nvSpPr>
          <p:cNvPr id="45" name="Espace réservé pour une image  44">
            <a:extLst>
              <a:ext uri="{FF2B5EF4-FFF2-40B4-BE49-F238E27FC236}">
                <a16:creationId xmlns:a16="http://schemas.microsoft.com/office/drawing/2014/main" id="{7AADE996-8E80-B1E1-05F8-EC91BEE438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4" name="Sous-titre 43">
            <a:extLst>
              <a:ext uri="{FF2B5EF4-FFF2-40B4-BE49-F238E27FC236}">
                <a16:creationId xmlns:a16="http://schemas.microsoft.com/office/drawing/2014/main" id="{47BA96B9-1BD2-C314-E3E6-DBBC2DABFE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Fabio Rodrigues dos Santos</a:t>
            </a:r>
          </a:p>
        </p:txBody>
      </p:sp>
      <p:pic>
        <p:nvPicPr>
          <p:cNvPr id="9" name="Image 8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C407D13D-1A47-C4E2-731D-040ABCAEC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808" y="20993100"/>
            <a:ext cx="12185870" cy="9919519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3488FE0A-E267-6975-FC9F-B755C06FDC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816853" y="22505836"/>
            <a:ext cx="5875358" cy="11199902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22E4176E-94AF-3D79-3D96-00D76520D9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521180" y="22480498"/>
            <a:ext cx="5467314" cy="1125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230016"/>
      </p:ext>
    </p:extLst>
  </p:cSld>
  <p:clrMapOvr>
    <a:masterClrMapping/>
  </p:clrMapOvr>
</p:sld>
</file>

<file path=ppt/theme/theme1.xml><?xml version="1.0" encoding="utf-8"?>
<a:theme xmlns:a="http://schemas.openxmlformats.org/drawingml/2006/main" name="1_PROJET Sans encadra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ROJET Avec encadra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1461</TotalTime>
  <Words>172</Words>
  <Application>Microsoft Office PowerPoint</Application>
  <PresentationFormat>Personnalisé</PresentationFormat>
  <Paragraphs>11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Arial</vt:lpstr>
      <vt:lpstr>Arial Narrow</vt:lpstr>
      <vt:lpstr>Calibri</vt:lpstr>
      <vt:lpstr>Calibri Light</vt:lpstr>
      <vt:lpstr>Wingdings</vt:lpstr>
      <vt:lpstr>1_PROJET Sans encadrant</vt:lpstr>
      <vt:lpstr>1_PROJET Avec encadrant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Microsoft Office</dc:creator>
  <cp:lastModifiedBy>Rodrigues Dos Santos Fábio</cp:lastModifiedBy>
  <cp:revision>79</cp:revision>
  <cp:lastPrinted>2022-03-21T14:30:22Z</cp:lastPrinted>
  <dcterms:created xsi:type="dcterms:W3CDTF">2019-04-03T08:54:31Z</dcterms:created>
  <dcterms:modified xsi:type="dcterms:W3CDTF">2024-08-19T20:14:09Z</dcterms:modified>
</cp:coreProperties>
</file>