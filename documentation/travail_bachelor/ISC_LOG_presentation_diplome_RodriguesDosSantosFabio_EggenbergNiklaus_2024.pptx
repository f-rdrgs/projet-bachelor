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21.08.2024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Alternative aux systèmes courants de réservation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Sites Web avec menus cliquables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Appels Téléphoniques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CH" dirty="0"/>
              <a:t>Réservations en personne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Exploration d’une direction rarement prise pour de tels systèmes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9D38-1BFF-1201-3804-547361FA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Déroulement du projet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AE23709-DF63-D5B6-65C3-8FE38DAF5A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3943" y="3053017"/>
            <a:ext cx="8306591" cy="751965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B55C2C-769D-4CF0-A2B6-0DE9CFB2B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4632FE-DE84-4BA1-AA8A-001E68E5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A9FB95-BFF9-CF89-4542-F33995C6879F}"/>
              </a:ext>
            </a:extLst>
          </p:cNvPr>
          <p:cNvSpPr txBox="1"/>
          <p:nvPr/>
        </p:nvSpPr>
        <p:spPr>
          <a:xfrm>
            <a:off x="6143496" y="1872367"/>
            <a:ext cx="29474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3200" b="1" i="1" dirty="0">
                <a:latin typeface="+mj-lt"/>
              </a:rPr>
              <a:t>Semaine typique</a:t>
            </a:r>
          </a:p>
        </p:txBody>
      </p:sp>
    </p:spTree>
    <p:extLst>
      <p:ext uri="{BB962C8B-B14F-4D97-AF65-F5344CB8AC3E}">
        <p14:creationId xmlns:p14="http://schemas.microsoft.com/office/powerpoint/2010/main" val="1761254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8ED4B7-D352-10EC-C1CD-9253B124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>
            <a:normAutofit/>
          </a:bodyPr>
          <a:lstStyle/>
          <a:p>
            <a:r>
              <a:rPr lang="fr-CH" dirty="0"/>
              <a:t>Panorama des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5A0717-8BB5-C6EA-EE19-1593F57DE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7" y="864108"/>
            <a:ext cx="3851375" cy="5120640"/>
          </a:xfrm>
        </p:spPr>
        <p:txBody>
          <a:bodyPr>
            <a:normAutofit/>
          </a:bodyPr>
          <a:lstStyle/>
          <a:p>
            <a:r>
              <a:rPr lang="fr-CH" dirty="0"/>
              <a:t>Blogs divers</a:t>
            </a:r>
          </a:p>
          <a:p>
            <a:r>
              <a:rPr lang="fr-CH" dirty="0"/>
              <a:t>Articles web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IBM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Medium.com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dirty="0"/>
              <a:t>Analytics Vidhya</a:t>
            </a:r>
          </a:p>
          <a:p>
            <a:r>
              <a:rPr lang="fr-CH" dirty="0"/>
              <a:t>Articles de Recherche : </a:t>
            </a:r>
            <a:r>
              <a:rPr lang="en" sz="2000" dirty="0"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rPr>
              <a:t>arXiv.org</a:t>
            </a:r>
            <a:endParaRPr lang="fr-CH" dirty="0"/>
          </a:p>
          <a:p>
            <a:pPr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fr-CH" dirty="0"/>
          </a:p>
        </p:txBody>
      </p:sp>
      <p:pic>
        <p:nvPicPr>
          <p:cNvPr id="7" name="Graphique 6" descr="Livres avec un remplissage uni">
            <a:extLst>
              <a:ext uri="{FF2B5EF4-FFF2-40B4-BE49-F238E27FC236}">
                <a16:creationId xmlns:a16="http://schemas.microsoft.com/office/drawing/2014/main" id="{C0B11024-8AEE-03AF-2229-3C2D66757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18120" y="1691640"/>
            <a:ext cx="3474720" cy="3474720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EB3E97C-3E2D-7500-CC21-6FB59A791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9268" y="6356350"/>
            <a:ext cx="591151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CH"/>
              <a:t>Présentation BA - Chatbot Réservation - Rodrigues dos Santos Fabio</a:t>
            </a:r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8279AA-F576-7E74-F0EA-E82F6874B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4135" y="6356350"/>
            <a:ext cx="153092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FAB73BC-B049-4115-A692-8D63A059BFB8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91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81D2AAC-4347-F3F7-8C85-1D59A3459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Sommaire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F904D1CC-CB89-8A30-F84F-CED6D01E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fr-CH" dirty="0"/>
              <a:t>Fondements théoriques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Choix technologique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Implémentation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Résultats obtenus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Démonstration</a:t>
            </a:r>
          </a:p>
          <a:p>
            <a:pPr marL="514350" indent="-514350">
              <a:buFont typeface="+mj-lt"/>
              <a:buAutoNum type="arabicParenR"/>
            </a:pPr>
            <a:r>
              <a:rPr lang="fr-CH" dirty="0"/>
              <a:t>Conclusion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6829452-C558-5EE4-4F23-518653E23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17DFF10-678C-E4A4-5BA1-7B883901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92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AEDDFA-8AC6-BE49-9EE5-74A170FDE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 sz="2800" dirty="0">
                <a:latin typeface="+mj-lt"/>
              </a:rPr>
              <a:t>Principes importants pour la réalisation du Chatbot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P</a:t>
            </a:r>
            <a:r>
              <a:rPr lang="fr-CH" dirty="0" err="1">
                <a:latin typeface="+mj-lt"/>
              </a:rPr>
              <a:t>rocessing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U</a:t>
            </a:r>
            <a:r>
              <a:rPr lang="fr-CH" dirty="0" err="1">
                <a:latin typeface="+mj-lt"/>
              </a:rPr>
              <a:t>nderstanding</a:t>
            </a:r>
            <a:endParaRPr lang="fr-CH" dirty="0">
              <a:latin typeface="+mj-lt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fr-CH" b="1" dirty="0">
                <a:latin typeface="+mj-lt"/>
              </a:rPr>
              <a:t>N</a:t>
            </a:r>
            <a:r>
              <a:rPr lang="fr-CH" dirty="0">
                <a:latin typeface="+mj-lt"/>
              </a:rPr>
              <a:t>atural </a:t>
            </a:r>
            <a:r>
              <a:rPr lang="fr-CH" b="1" dirty="0" err="1">
                <a:latin typeface="+mj-lt"/>
              </a:rPr>
              <a:t>L</a:t>
            </a:r>
            <a:r>
              <a:rPr lang="fr-CH" dirty="0" err="1">
                <a:latin typeface="+mj-lt"/>
              </a:rPr>
              <a:t>anguage</a:t>
            </a:r>
            <a:r>
              <a:rPr lang="fr-CH" dirty="0">
                <a:latin typeface="+mj-lt"/>
              </a:rPr>
              <a:t> </a:t>
            </a:r>
            <a:r>
              <a:rPr lang="fr-CH" b="1" dirty="0" err="1">
                <a:latin typeface="+mj-lt"/>
              </a:rPr>
              <a:t>G</a:t>
            </a:r>
            <a:r>
              <a:rPr lang="fr-CH" dirty="0" err="1">
                <a:latin typeface="+mj-lt"/>
              </a:rPr>
              <a:t>eneration</a:t>
            </a:r>
            <a:endParaRPr lang="fr-CH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CH" dirty="0">
                <a:latin typeface="+mj-lt"/>
              </a:rPr>
              <a:t>Framework de traitement NLP - Rasa</a:t>
            </a:r>
          </a:p>
          <a:p>
            <a:pPr>
              <a:buFont typeface="Arial" panose="020B0604020202020204" pitchFamily="34" charset="0"/>
              <a:buChar char="•"/>
            </a:pPr>
            <a:endParaRPr lang="fr-CH" sz="2800" b="1" dirty="0">
              <a:latin typeface="+mj-lt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57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1090E5-E219-5050-37F6-7B7502DA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 - NLP</a:t>
            </a:r>
          </a:p>
        </p:txBody>
      </p:sp>
      <p:pic>
        <p:nvPicPr>
          <p:cNvPr id="7" name="Espace réservé du contenu 6" descr="Une image contenant texte, cercle, Police, logo&#10;&#10;Description générée automatiquement">
            <a:extLst>
              <a:ext uri="{FF2B5EF4-FFF2-40B4-BE49-F238E27FC236}">
                <a16:creationId xmlns:a16="http://schemas.microsoft.com/office/drawing/2014/main" id="{44B8F8DF-0C5A-C562-B4D4-2EE880F381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8738" y="1366837"/>
            <a:ext cx="7315200" cy="4114800"/>
          </a:xfr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8EAD72-0445-8B67-7544-0DFD57C5D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103D54-09E4-8217-70C4-707EED93E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93E144-8D32-2268-B6FA-4559EE356115}"/>
              </a:ext>
            </a:extLst>
          </p:cNvPr>
          <p:cNvSpPr txBox="1"/>
          <p:nvPr/>
        </p:nvSpPr>
        <p:spPr>
          <a:xfrm>
            <a:off x="4239771" y="5725020"/>
            <a:ext cx="64474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dirty="0"/>
              <a:t>Source illustration</a:t>
            </a:r>
            <a:r>
              <a:rPr lang="fr-CH" sz="1400" i="1" dirty="0"/>
              <a:t>: </a:t>
            </a:r>
            <a:r>
              <a:rPr lang="fr-CH" sz="1400" i="1" dirty="0">
                <a:solidFill>
                  <a:schemeClr val="bg1">
                    <a:lumMod val="50000"/>
                  </a:schemeClr>
                </a:solidFill>
              </a:rPr>
              <a:t>https://datasolut.com/natural-language-processing-vs-</a:t>
            </a:r>
          </a:p>
          <a:p>
            <a:r>
              <a:rPr lang="fr-CH" sz="1400" i="1" dirty="0" err="1">
                <a:solidFill>
                  <a:schemeClr val="bg1">
                    <a:lumMod val="50000"/>
                  </a:schemeClr>
                </a:solidFill>
              </a:rPr>
              <a:t>nlu</a:t>
            </a:r>
            <a:r>
              <a:rPr lang="fr-CH" sz="1400" i="1" dirty="0">
                <a:solidFill>
                  <a:schemeClr val="bg1">
                    <a:lumMod val="50000"/>
                  </a:schemeClr>
                </a:solidFill>
              </a:rPr>
              <a:t>-vs-</a:t>
            </a:r>
            <a:r>
              <a:rPr lang="fr-CH" sz="1400" i="1" dirty="0" err="1">
                <a:solidFill>
                  <a:schemeClr val="bg1">
                    <a:lumMod val="50000"/>
                  </a:schemeClr>
                </a:solidFill>
              </a:rPr>
              <a:t>nlg</a:t>
            </a:r>
            <a:r>
              <a:rPr lang="fr-CH" sz="1400" i="1" dirty="0">
                <a:solidFill>
                  <a:schemeClr val="bg1">
                    <a:lumMod val="50000"/>
                  </a:schemeClr>
                </a:solidFill>
              </a:rPr>
              <a:t>-</a:t>
            </a:r>
            <a:r>
              <a:rPr lang="fr-CH" sz="1400" i="1" dirty="0" err="1">
                <a:solidFill>
                  <a:schemeClr val="bg1">
                    <a:lumMod val="50000"/>
                  </a:schemeClr>
                </a:solidFill>
              </a:rPr>
              <a:t>unterschiede-funktionen-und-beispiele</a:t>
            </a:r>
            <a:r>
              <a:rPr lang="fr-CH" sz="1400" i="1" dirty="0">
                <a:solidFill>
                  <a:schemeClr val="bg1">
                    <a:lumMod val="50000"/>
                  </a:schemeClr>
                </a:solidFill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472182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CB46EB-D775-0ADD-C2CB-933B09120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Fondements théoriques - NLU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20EA06-7A2D-8774-FBC9-EC668D4A3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E8E29F7-A8D9-B247-62A1-EE62F1806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402CA1-2104-9FE9-E0B5-D0086A3DC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719592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1065</TotalTime>
  <Words>248</Words>
  <Application>Microsoft Office PowerPoint</Application>
  <PresentationFormat>Grand écran</PresentationFormat>
  <Paragraphs>58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6" baseType="lpstr">
      <vt:lpstr>Aptos</vt:lpstr>
      <vt:lpstr>Arial</vt:lpstr>
      <vt:lpstr>Barlow Semi Condensed Medium</vt:lpstr>
      <vt:lpstr>Corbel</vt:lpstr>
      <vt:lpstr>Courier New</vt:lpstr>
      <vt:lpstr>Wingdings</vt:lpstr>
      <vt:lpstr>Wingdings 2</vt:lpstr>
      <vt:lpstr>Cadre</vt:lpstr>
      <vt:lpstr>SYSTÈME DE RÉSERVATION INTERACTIF VIA CHATBOT  </vt:lpstr>
      <vt:lpstr>Contexte</vt:lpstr>
      <vt:lpstr>Déroulement du projet</vt:lpstr>
      <vt:lpstr>Panorama des sources</vt:lpstr>
      <vt:lpstr>Sommaire</vt:lpstr>
      <vt:lpstr>Fondements théoriques</vt:lpstr>
      <vt:lpstr>Fondements théoriques - NLP</vt:lpstr>
      <vt:lpstr>Fondements théoriques - NLU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20</cp:revision>
  <dcterms:created xsi:type="dcterms:W3CDTF">2024-08-17T12:48:51Z</dcterms:created>
  <dcterms:modified xsi:type="dcterms:W3CDTF">2024-08-21T19:08:37Z</dcterms:modified>
</cp:coreProperties>
</file>