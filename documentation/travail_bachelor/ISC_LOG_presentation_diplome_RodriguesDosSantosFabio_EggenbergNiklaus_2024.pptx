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840" r:id="rId1"/>
  </p:sldMasterIdLst>
  <p:notesMasterIdLst>
    <p:notesMasterId r:id="rId4"/>
  </p:notes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22" autoAdjust="0"/>
    <p:restoredTop sz="94660"/>
  </p:normalViewPr>
  <p:slideViewPr>
    <p:cSldViewPr snapToGrid="0">
      <p:cViewPr varScale="1">
        <p:scale>
          <a:sx n="111" d="100"/>
          <a:sy n="111" d="100"/>
        </p:scale>
        <p:origin x="5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CH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2AC3142-495C-4280-881B-1526FF75665B}" type="datetimeFigureOut">
              <a:rPr lang="fr-CH" smtClean="0"/>
              <a:t>17.08.2024</a:t>
            </a:fld>
            <a:endParaRPr lang="fr-CH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CH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CH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0A1A13C-C183-424C-A414-74278106B563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418455913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761999"/>
            <a:ext cx="9141619" cy="533400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9270263" y="761999"/>
            <a:ext cx="2925318" cy="5334001"/>
          </a:xfrm>
          <a:prstGeom prst="rect">
            <a:avLst/>
          </a:prstGeom>
          <a:solidFill>
            <a:srgbClr val="C8C8C8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69848" y="1298448"/>
            <a:ext cx="7315200" cy="3255264"/>
          </a:xfrm>
        </p:spPr>
        <p:txBody>
          <a:bodyPr anchor="b">
            <a:normAutofit/>
          </a:bodyPr>
          <a:lstStyle>
            <a:lvl1pPr algn="l">
              <a:defRPr sz="5900" spc="-100" baseline="0">
                <a:solidFill>
                  <a:srgbClr val="FFFFFF"/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15" y="4670246"/>
            <a:ext cx="7315200" cy="914400"/>
          </a:xfrm>
        </p:spPr>
        <p:txBody>
          <a:bodyPr anchor="t">
            <a:normAutofit/>
          </a:bodyPr>
          <a:lstStyle>
            <a:lvl1pPr marL="0" indent="0" algn="l">
              <a:buNone/>
              <a:defRPr sz="2200" cap="none" spc="0" baseline="0">
                <a:solidFill>
                  <a:schemeClr val="accent1">
                    <a:lumMod val="20000"/>
                    <a:lumOff val="80000"/>
                  </a:schemeClr>
                </a:solidFill>
              </a:defRPr>
            </a:lvl1pPr>
            <a:lvl2pPr marL="457200" indent="0" algn="ctr">
              <a:buNone/>
              <a:defRPr sz="2200"/>
            </a:lvl2pPr>
            <a:lvl3pPr marL="914400" indent="0" algn="ctr">
              <a:buNone/>
              <a:defRPr sz="22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fr-FR"/>
              <a:t>Modifiez le style des sous-titres du masque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7BC7A4-560B-4424-86D9-D529C3ED2E24}" type="datetime1">
              <a:rPr lang="en-US" smtClean="0"/>
              <a:t>8/17/2024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CH"/>
              <a:t>Présentation BA - Chatbot Réservation - Rodrigues dos Santos Fabio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856CEA-0161-4B0B-A6F9-D90790302E09}" type="datetime1">
              <a:rPr lang="en-US" smtClean="0"/>
              <a:t>8/17/2024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CH"/>
              <a:t>Présentation BA - Chatbot Réservation - Rodrigues dos Santos Fabio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67912" y="1298448"/>
            <a:ext cx="7315200" cy="3255264"/>
          </a:xfrm>
        </p:spPr>
        <p:txBody>
          <a:bodyPr anchor="b">
            <a:normAutofit/>
          </a:bodyPr>
          <a:lstStyle>
            <a:lvl1pPr>
              <a:defRPr sz="5900" b="0" spc="-1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86200" y="4672584"/>
            <a:ext cx="7315200" cy="914400"/>
          </a:xfrm>
        </p:spPr>
        <p:txBody>
          <a:bodyPr anchor="t">
            <a:normAutofit/>
          </a:bodyPr>
          <a:lstStyle>
            <a:lvl1pPr marL="0" indent="0">
              <a:buNone/>
              <a:defRPr sz="2200" cap="none" spc="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7ECC23-A5A0-44D4-B496-B55A434D5385}" type="datetime1">
              <a:rPr lang="en-US" smtClean="0"/>
              <a:t>8/17/2024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CH"/>
              <a:t>Présentation BA - Chatbot Réservation - Rodrigues dos Santos Fabio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867912" y="868680"/>
            <a:ext cx="3474720" cy="5120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818120" y="868680"/>
            <a:ext cx="3474720" cy="5120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7DEE0E-910E-4647-A748-0A8F2A962DCA}" type="datetime1">
              <a:rPr lang="en-US" smtClean="0"/>
              <a:t>8/17/2024</a:t>
            </a:fld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CH"/>
              <a:t>Présentation BA - Chatbot Réservation - Rodrigues dos Santos Fabio</a:t>
            </a:r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67912" y="1023586"/>
            <a:ext cx="3474720" cy="807720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000" b="1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67912" y="1930936"/>
            <a:ext cx="3474720" cy="402336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818463" y="1023586"/>
            <a:ext cx="3474720" cy="813171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000" b="1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818463" y="1930936"/>
            <a:ext cx="3474720" cy="402336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F9AEDB-DA47-42B1-AA20-FA4193278BFB}" type="datetime1">
              <a:rPr lang="en-US" smtClean="0"/>
              <a:t>8/17/2024</a:t>
            </a:fld>
            <a:endParaRPr lang="en-US" dirty="0"/>
          </a:p>
        </p:txBody>
      </p:sp>
      <p:sp>
        <p:nvSpPr>
          <p:cNvPr id="11" name="Footer Placeholder 10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CH"/>
              <a:t>Présentation BA - Chatbot Réservation - Rodrigues dos Santos Fabio</a:t>
            </a:r>
            <a:endParaRPr lang="en-US" dirty="0"/>
          </a:p>
        </p:txBody>
      </p:sp>
      <p:sp>
        <p:nvSpPr>
          <p:cNvPr id="12" name="Slide Number Placeholder 1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A3806D-CEFF-4C7C-B69E-E8C6C2135F0C}" type="datetime1">
              <a:rPr lang="en-US" smtClean="0"/>
              <a:t>8/17/2024</a:t>
            </a:fld>
            <a:endParaRPr lang="en-US" dirty="0"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CH"/>
              <a:t>Présentation BA - Chatbot Réservation - Rodrigues dos Santos Fabio</a:t>
            </a:r>
            <a:endParaRPr lang="en-US" dirty="0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799852-6437-4F59-8BA4-BD526AE7B018}" type="datetime1">
              <a:rPr lang="en-US" smtClean="0"/>
              <a:t>8/17/2024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CH"/>
              <a:t>Présentation BA - Chatbot Réservation - Rodrigues dos Santos Fabio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6032" y="1143000"/>
            <a:ext cx="2834640" cy="2377440"/>
          </a:xfrm>
        </p:spPr>
        <p:txBody>
          <a:bodyPr anchor="b">
            <a:normAutofit/>
          </a:bodyPr>
          <a:lstStyle>
            <a:lvl1pPr>
              <a:defRPr sz="3200" b="0" baseline="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67912" y="868680"/>
            <a:ext cx="7315200" cy="5120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6032" y="3494176"/>
            <a:ext cx="2834640" cy="2321990"/>
          </a:xfrm>
        </p:spPr>
        <p:txBody>
          <a:bodyPr anchor="t">
            <a:normAutofit/>
          </a:bodyPr>
          <a:lstStyle>
            <a:lvl1pPr marL="0" indent="0">
              <a:lnSpc>
                <a:spcPct val="100000"/>
              </a:lnSpc>
              <a:buNone/>
              <a:defRPr sz="14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0EB050-0ECA-42EF-A435-70711370D85B}" type="datetime1">
              <a:rPr lang="en-US" smtClean="0"/>
              <a:t>8/17/2024</a:t>
            </a:fld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CH"/>
              <a:t>Présentation BA - Chatbot Réservation - Rodrigues dos Santos Fabio</a:t>
            </a:r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6032" y="1143000"/>
            <a:ext cx="2834640" cy="2377440"/>
          </a:xfrm>
        </p:spPr>
        <p:txBody>
          <a:bodyPr anchor="b">
            <a:normAutofit/>
          </a:bodyPr>
          <a:lstStyle>
            <a:lvl1pPr>
              <a:defRPr sz="3200" b="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570644" y="767419"/>
            <a:ext cx="8115230" cy="5330952"/>
          </a:xfrm>
          <a:solidFill>
            <a:schemeClr val="bg1">
              <a:lumMod val="75000"/>
            </a:schemeClr>
          </a:solidFill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6032" y="3493008"/>
            <a:ext cx="2834640" cy="2322576"/>
          </a:xfrm>
        </p:spPr>
        <p:txBody>
          <a:bodyPr anchor="t">
            <a:normAutofit/>
          </a:bodyPr>
          <a:lstStyle>
            <a:lvl1pPr marL="0" indent="0">
              <a:lnSpc>
                <a:spcPct val="100000"/>
              </a:lnSpc>
              <a:buNone/>
              <a:defRPr sz="14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052ABD-58D4-4C9E-B1B8-CEC2AA8DBD93}" type="datetime1">
              <a:rPr lang="en-US" smtClean="0"/>
              <a:t>8/17/2024</a:t>
            </a:fld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>
          <a:xfrm>
            <a:off x="3499101" y="6356350"/>
            <a:ext cx="5911517" cy="365125"/>
          </a:xfrm>
        </p:spPr>
        <p:txBody>
          <a:bodyPr/>
          <a:lstStyle/>
          <a:p>
            <a:r>
              <a:rPr lang="fr-CH"/>
              <a:t>Présentation BA - Chatbot Réservation - Rodrigues dos Santos Fabio</a:t>
            </a:r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901063-52CC-4584-9EE9-3A5FBF2927BA}" type="datetime1">
              <a:rPr lang="en-US" smtClean="0"/>
              <a:t>8/17/2024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CH"/>
              <a:t>Présentation BA - Chatbot Réservation - Rodrigues dos Santos Fabio</a:t>
            </a:r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381000" y="990600"/>
            <a:ext cx="2819400" cy="4953000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867912" y="868680"/>
            <a:ext cx="7315200" cy="5120640"/>
          </a:xfrm>
        </p:spPr>
        <p:txBody>
          <a:bodyPr vert="eaVert" anchor="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B21167-5961-4EAA-A2C5-C443E1B8357A}" type="datetime1">
              <a:rPr lang="en-US" smtClean="0"/>
              <a:t>8/17/2024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CH"/>
              <a:t>Présentation BA - Chatbot Réservation - Rodrigues dos Santos Fabio</a:t>
            </a:r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758952"/>
            <a:ext cx="3443590" cy="533095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52919" y="1123837"/>
            <a:ext cx="2947482" cy="460118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8" name="Rectangle 37"/>
          <p:cNvSpPr/>
          <p:nvPr/>
        </p:nvSpPr>
        <p:spPr>
          <a:xfrm>
            <a:off x="11815864" y="758952"/>
            <a:ext cx="384048" cy="5330952"/>
          </a:xfrm>
          <a:prstGeom prst="rect">
            <a:avLst/>
          </a:prstGeom>
          <a:solidFill>
            <a:srgbClr val="C8C8C8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69268" y="864108"/>
            <a:ext cx="7315200" cy="512064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62465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C4EEF54E-F662-454E-AE7D-91A1E3F52308}" type="datetime1">
              <a:rPr lang="en-US" smtClean="0"/>
              <a:t>8/17/2024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869268" y="6356350"/>
            <a:ext cx="591151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fr-CH"/>
              <a:t>Présentation BA - Chatbot Réservation - Rodrigues dos Santos Fabio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634135" y="6356350"/>
            <a:ext cx="153092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1">
                <a:solidFill>
                  <a:schemeClr val="accent1"/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41" r:id="rId1"/>
    <p:sldLayoutId id="2147483842" r:id="rId2"/>
    <p:sldLayoutId id="2147483843" r:id="rId3"/>
    <p:sldLayoutId id="2147483844" r:id="rId4"/>
    <p:sldLayoutId id="2147483845" r:id="rId5"/>
    <p:sldLayoutId id="2147483846" r:id="rId6"/>
    <p:sldLayoutId id="2147483847" r:id="rId7"/>
    <p:sldLayoutId id="2147483848" r:id="rId8"/>
    <p:sldLayoutId id="2147483849" r:id="rId9"/>
    <p:sldLayoutId id="2147483850" r:id="rId10"/>
    <p:sldLayoutId id="2147483851" r:id="rId11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spc="-60" baseline="0">
          <a:solidFill>
            <a:srgbClr val="FFFFFF"/>
          </a:solidFill>
          <a:latin typeface="+mj-lt"/>
          <a:ea typeface="+mj-ea"/>
          <a:cs typeface="+mj-cs"/>
        </a:defRPr>
      </a:lvl1pPr>
    </p:titleStyle>
    <p:bodyStyle>
      <a:lvl1pPr marL="182880" indent="-182880" algn="l" defTabSz="914400" rtl="0" eaLnBrk="1" latinLnBrk="0" hangingPunct="1">
        <a:lnSpc>
          <a:spcPct val="90000"/>
        </a:lnSpc>
        <a:spcBef>
          <a:spcPts val="1200"/>
        </a:spcBef>
        <a:buClr>
          <a:schemeClr val="accent1"/>
        </a:buClr>
        <a:buFont typeface="Wingdings 2" pitchFamily="18" charset="2"/>
        <a:buChar char=""/>
        <a:defRPr sz="20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1pPr>
      <a:lvl2pPr marL="685800" indent="-18288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8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2pPr>
      <a:lvl3pPr marL="1143000" indent="-18288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6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3pPr>
      <a:lvl4pPr marL="1600200" indent="-18288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4pPr>
      <a:lvl5pPr marL="2057400" indent="-18288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2F4AD318-2FB6-4C6E-931E-58E404FA18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1A118E35-1CBF-4863-8497-F4DF1A166D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3582" y="752748"/>
            <a:ext cx="1001483" cy="4744251"/>
          </a:xfrm>
          <a:custGeom>
            <a:avLst/>
            <a:gdLst>
              <a:gd name="connsiteX0" fmla="*/ 0 w 1001483"/>
              <a:gd name="connsiteY0" fmla="*/ 0 h 4744251"/>
              <a:gd name="connsiteX1" fmla="*/ 1001483 w 1001483"/>
              <a:gd name="connsiteY1" fmla="*/ 0 h 4744251"/>
              <a:gd name="connsiteX2" fmla="*/ 0 w 1001483"/>
              <a:gd name="connsiteY2" fmla="*/ 4744251 h 47442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001483" h="4744251">
                <a:moveTo>
                  <a:pt x="0" y="0"/>
                </a:moveTo>
                <a:lnTo>
                  <a:pt x="1001483" y="0"/>
                </a:lnTo>
                <a:lnTo>
                  <a:pt x="0" y="474425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CH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6E187274-5DC2-4BE0-AF99-925D6D9735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987094" y="761999"/>
            <a:ext cx="4208489" cy="5334001"/>
          </a:xfrm>
          <a:custGeom>
            <a:avLst/>
            <a:gdLst>
              <a:gd name="connsiteX0" fmla="*/ 1015642 w 4208489"/>
              <a:gd name="connsiteY0" fmla="*/ 0 h 5334001"/>
              <a:gd name="connsiteX1" fmla="*/ 4208489 w 4208489"/>
              <a:gd name="connsiteY1" fmla="*/ 0 h 5334001"/>
              <a:gd name="connsiteX2" fmla="*/ 4208489 w 4208489"/>
              <a:gd name="connsiteY2" fmla="*/ 5334001 h 5334001"/>
              <a:gd name="connsiteX3" fmla="*/ 0 w 4208489"/>
              <a:gd name="connsiteY3" fmla="*/ 5334001 h 53340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208489" h="5334001">
                <a:moveTo>
                  <a:pt x="1015642" y="0"/>
                </a:moveTo>
                <a:lnTo>
                  <a:pt x="4208489" y="0"/>
                </a:lnTo>
                <a:lnTo>
                  <a:pt x="4208489" y="5334001"/>
                </a:lnTo>
                <a:lnTo>
                  <a:pt x="0" y="533400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CH"/>
          </a:p>
        </p:txBody>
      </p:sp>
      <p:sp>
        <p:nvSpPr>
          <p:cNvPr id="7" name="Titre 6">
            <a:extLst>
              <a:ext uri="{FF2B5EF4-FFF2-40B4-BE49-F238E27FC236}">
                <a16:creationId xmlns:a16="http://schemas.microsoft.com/office/drawing/2014/main" id="{EEAC6F88-0753-9667-2E37-B001DE3E124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69849" y="1298448"/>
            <a:ext cx="7073487" cy="3255264"/>
          </a:xfrm>
        </p:spPr>
        <p:txBody>
          <a:bodyPr>
            <a:normAutofit fontScale="90000"/>
          </a:bodyPr>
          <a:lstStyle/>
          <a:p>
            <a:r>
              <a:rPr lang="fr-CH" dirty="0">
                <a:solidFill>
                  <a:schemeClr val="accent1"/>
                </a:solidFill>
              </a:rPr>
              <a:t>SYSTÈME DE RÉSERVATION INTERACTIF VIA CHATBOT  </a:t>
            </a:r>
          </a:p>
        </p:txBody>
      </p:sp>
      <p:sp>
        <p:nvSpPr>
          <p:cNvPr id="8" name="Sous-titre 7">
            <a:extLst>
              <a:ext uri="{FF2B5EF4-FFF2-40B4-BE49-F238E27FC236}">
                <a16:creationId xmlns:a16="http://schemas.microsoft.com/office/drawing/2014/main" id="{23E8BC3D-40C5-E08A-67A9-5EC2943CC21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528702" y="4084889"/>
            <a:ext cx="3021621" cy="1709159"/>
          </a:xfrm>
        </p:spPr>
        <p:txBody>
          <a:bodyPr>
            <a:normAutofit/>
          </a:bodyPr>
          <a:lstStyle/>
          <a:p>
            <a:pPr algn="r"/>
            <a:r>
              <a:rPr lang="fr-CH" sz="1800" dirty="0">
                <a:solidFill>
                  <a:srgbClr val="FFFFFF"/>
                </a:solidFill>
              </a:rPr>
              <a:t>Réalisé par : </a:t>
            </a:r>
          </a:p>
          <a:p>
            <a:pPr algn="r"/>
            <a:r>
              <a:rPr lang="fr-CH" sz="1800" dirty="0">
                <a:solidFill>
                  <a:srgbClr val="FFFFFF"/>
                </a:solidFill>
              </a:rPr>
              <a:t>Rodrigues dos Santos Fabio</a:t>
            </a:r>
          </a:p>
          <a:p>
            <a:pPr algn="r"/>
            <a:r>
              <a:rPr lang="fr-CH" sz="1800" dirty="0">
                <a:solidFill>
                  <a:srgbClr val="FFFFFF"/>
                </a:solidFill>
              </a:rPr>
              <a:t>Suivi par : </a:t>
            </a:r>
          </a:p>
          <a:p>
            <a:pPr algn="r"/>
            <a:r>
              <a:rPr lang="fr-CH" sz="1800" dirty="0" err="1">
                <a:solidFill>
                  <a:srgbClr val="FFFFFF"/>
                </a:solidFill>
              </a:rPr>
              <a:t>Eggenberg</a:t>
            </a:r>
            <a:r>
              <a:rPr lang="fr-CH" sz="1800" dirty="0">
                <a:solidFill>
                  <a:srgbClr val="FFFFFF"/>
                </a:solidFill>
              </a:rPr>
              <a:t> </a:t>
            </a:r>
            <a:r>
              <a:rPr lang="fr-CH" sz="1800" dirty="0" err="1">
                <a:solidFill>
                  <a:srgbClr val="FFFFFF"/>
                </a:solidFill>
              </a:rPr>
              <a:t>Niklaus</a:t>
            </a:r>
            <a:endParaRPr lang="fr-CH" sz="1800" dirty="0">
              <a:solidFill>
                <a:srgbClr val="FFFFFF"/>
              </a:solidFill>
            </a:endParaRPr>
          </a:p>
        </p:txBody>
      </p:sp>
      <p:sp>
        <p:nvSpPr>
          <p:cNvPr id="9" name="Titre 6">
            <a:extLst>
              <a:ext uri="{FF2B5EF4-FFF2-40B4-BE49-F238E27FC236}">
                <a16:creationId xmlns:a16="http://schemas.microsoft.com/office/drawing/2014/main" id="{392FAAAB-2693-E193-F32F-53F308B81A30}"/>
              </a:ext>
            </a:extLst>
          </p:cNvPr>
          <p:cNvSpPr txBox="1">
            <a:spLocks/>
          </p:cNvSpPr>
          <p:nvPr/>
        </p:nvSpPr>
        <p:spPr>
          <a:xfrm>
            <a:off x="1069849" y="4705568"/>
            <a:ext cx="5669816" cy="467800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900" kern="1200" spc="-100" baseline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CH" sz="2400" i="1" dirty="0">
                <a:solidFill>
                  <a:schemeClr val="accent2"/>
                </a:solidFill>
              </a:rPr>
              <a:t>Projet de </a:t>
            </a:r>
            <a:r>
              <a:rPr lang="fr-CH" sz="2400" i="1" dirty="0" err="1">
                <a:solidFill>
                  <a:schemeClr val="accent2"/>
                </a:solidFill>
              </a:rPr>
              <a:t>Bachelor</a:t>
            </a:r>
            <a:r>
              <a:rPr lang="fr-CH" sz="2400" i="1" dirty="0">
                <a:solidFill>
                  <a:schemeClr val="accent2"/>
                </a:solidFill>
              </a:rPr>
              <a:t> , Septembre 2024</a:t>
            </a:r>
          </a:p>
        </p:txBody>
      </p:sp>
      <p:sp>
        <p:nvSpPr>
          <p:cNvPr id="10" name="Espace réservé du pied de page 9">
            <a:extLst>
              <a:ext uri="{FF2B5EF4-FFF2-40B4-BE49-F238E27FC236}">
                <a16:creationId xmlns:a16="http://schemas.microsoft.com/office/drawing/2014/main" id="{DD4D5C53-4E19-C45C-A7EF-80A1917568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CH"/>
              <a:t>Présentation BA - Chatbot Réservation - Rodrigues dos Santos Fabio</a:t>
            </a:r>
            <a:endParaRPr lang="en-US" dirty="0"/>
          </a:p>
        </p:txBody>
      </p:sp>
      <p:sp>
        <p:nvSpPr>
          <p:cNvPr id="11" name="Espace réservé du numéro de diapositive 10">
            <a:extLst>
              <a:ext uri="{FF2B5EF4-FFF2-40B4-BE49-F238E27FC236}">
                <a16:creationId xmlns:a16="http://schemas.microsoft.com/office/drawing/2014/main" id="{CC8AA71E-6A37-272E-AF57-38BD43C9D8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044082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43EF90D-D65A-8A6C-6357-72A38FFD08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H" sz="4400" dirty="0"/>
              <a:t>Contexte</a:t>
            </a:r>
            <a:endParaRPr lang="fr-CH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F40A75D-D479-8D68-5819-89FEE7EEC6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fr-CH" dirty="0"/>
              <a:t>Projet réalisé dans le cadre du travail de </a:t>
            </a:r>
            <a:r>
              <a:rPr lang="fr-CH" dirty="0" err="1"/>
              <a:t>Bachelor</a:t>
            </a:r>
            <a:endParaRPr lang="fr-CH" dirty="0"/>
          </a:p>
          <a:p>
            <a:pPr>
              <a:buFont typeface="Arial" panose="020B0604020202020204" pitchFamily="34" charset="0"/>
              <a:buChar char="•"/>
            </a:pPr>
            <a:r>
              <a:rPr lang="fr-CH" dirty="0"/>
              <a:t>Idée de projet initiale par M. </a:t>
            </a:r>
            <a:r>
              <a:rPr lang="fr-CH" dirty="0" err="1"/>
              <a:t>Niklaus</a:t>
            </a:r>
            <a:r>
              <a:rPr lang="fr-CH" dirty="0"/>
              <a:t> </a:t>
            </a:r>
            <a:r>
              <a:rPr lang="fr-CH" dirty="0" err="1"/>
              <a:t>Eggenberg</a:t>
            </a:r>
            <a:endParaRPr lang="fr-CH" dirty="0"/>
          </a:p>
          <a:p>
            <a:pPr>
              <a:buFont typeface="Arial" panose="020B0604020202020204" pitchFamily="34" charset="0"/>
              <a:buChar char="•"/>
            </a:pPr>
            <a:r>
              <a:rPr lang="fr-CH" dirty="0"/>
              <a:t>Bot de réservation conversationnel</a:t>
            </a:r>
          </a:p>
          <a:p>
            <a:pPr lvl="1">
              <a:lnSpc>
                <a:spcPct val="150000"/>
              </a:lnSpc>
              <a:buFont typeface="Courier New" panose="02070309020205020404" pitchFamily="49" charset="0"/>
              <a:buChar char="o"/>
            </a:pPr>
            <a:r>
              <a:rPr lang="fr-CH" dirty="0"/>
              <a:t>Complément/ajout à un système existant de réservation</a:t>
            </a:r>
          </a:p>
          <a:p>
            <a:pPr lvl="1">
              <a:lnSpc>
                <a:spcPct val="150000"/>
              </a:lnSpc>
              <a:buFont typeface="Courier New" panose="02070309020205020404" pitchFamily="49" charset="0"/>
              <a:buChar char="o"/>
            </a:pPr>
            <a:endParaRPr lang="fr-CH" dirty="0"/>
          </a:p>
          <a:p>
            <a:pPr lvl="1">
              <a:lnSpc>
                <a:spcPct val="150000"/>
              </a:lnSpc>
              <a:buFont typeface="Courier New" panose="02070309020205020404" pitchFamily="49" charset="0"/>
              <a:buChar char="o"/>
            </a:pPr>
            <a:endParaRPr lang="fr-CH" dirty="0"/>
          </a:p>
          <a:p>
            <a:pPr lvl="1">
              <a:buFont typeface="Courier New" panose="02070309020205020404" pitchFamily="49" charset="0"/>
              <a:buChar char="o"/>
            </a:pPr>
            <a:endParaRPr lang="fr-CH" dirty="0"/>
          </a:p>
          <a:p>
            <a:pPr>
              <a:buFont typeface="Arial" panose="020B0604020202020204" pitchFamily="34" charset="0"/>
              <a:buChar char="•"/>
            </a:pPr>
            <a:endParaRPr lang="fr-CH" dirty="0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0F17B811-EEE8-9F17-0919-33990C1D51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CH"/>
              <a:t>Présentation BA - Chatbot Réservation - Rodrigues dos Santos Fabio</a:t>
            </a:r>
            <a:endParaRPr lang="en-US" dirty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6901B04D-6E8F-5582-B597-B5B902DEF2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74475382"/>
      </p:ext>
    </p:extLst>
  </p:cSld>
  <p:clrMapOvr>
    <a:masterClrMapping/>
  </p:clrMapOvr>
</p:sld>
</file>

<file path=ppt/theme/theme1.xml><?xml version="1.0" encoding="utf-8"?>
<a:theme xmlns:a="http://schemas.openxmlformats.org/drawingml/2006/main" name="Cadre">
  <a:themeElements>
    <a:clrScheme name="Bleu chaud">
      <a:dk1>
        <a:sysClr val="windowText" lastClr="000000"/>
      </a:dk1>
      <a:lt1>
        <a:sysClr val="window" lastClr="FFFFFF"/>
      </a:lt1>
      <a:dk2>
        <a:srgbClr val="242852"/>
      </a:dk2>
      <a:lt2>
        <a:srgbClr val="ACCBF9"/>
      </a:lt2>
      <a:accent1>
        <a:srgbClr val="4A66AC"/>
      </a:accent1>
      <a:accent2>
        <a:srgbClr val="629DD1"/>
      </a:accent2>
      <a:accent3>
        <a:srgbClr val="297FD5"/>
      </a:accent3>
      <a:accent4>
        <a:srgbClr val="7F8FA9"/>
      </a:accent4>
      <a:accent5>
        <a:srgbClr val="5AA2AE"/>
      </a:accent5>
      <a:accent6>
        <a:srgbClr val="9D90A0"/>
      </a:accent6>
      <a:hlink>
        <a:srgbClr val="9454C3"/>
      </a:hlink>
      <a:folHlink>
        <a:srgbClr val="3EBBF0"/>
      </a:folHlink>
    </a:clrScheme>
    <a:fontScheme name="Frame">
      <a:majorFont>
        <a:latin typeface="Corbel" panose="020B0503020204020204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Frame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20000"/>
                <a:lumMod val="102000"/>
              </a:schemeClr>
            </a:gs>
            <a:gs pos="48000">
              <a:schemeClr val="phClr">
                <a:tint val="98000"/>
                <a:shade val="90000"/>
                <a:satMod val="110000"/>
                <a:lumMod val="103000"/>
              </a:schemeClr>
            </a:gs>
            <a:gs pos="100000">
              <a:schemeClr val="phClr">
                <a:tint val="98000"/>
                <a:shade val="80000"/>
                <a:satMod val="10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rame" id="{F226E7A2-7162-461C-9490-D27D9DC04E43}" vid="{629A0216-3BBD-45C0-B63F-2683BEA18F60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TM03457475[[fn=Cadre]]</Template>
  <TotalTime>398</TotalTime>
  <Words>78</Words>
  <Application>Microsoft Office PowerPoint</Application>
  <PresentationFormat>Grand écran</PresentationFormat>
  <Paragraphs>17</Paragraphs>
  <Slides>2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</vt:i4>
      </vt:variant>
    </vt:vector>
  </HeadingPairs>
  <TitlesOfParts>
    <vt:vector size="8" baseType="lpstr">
      <vt:lpstr>Aptos</vt:lpstr>
      <vt:lpstr>Arial</vt:lpstr>
      <vt:lpstr>Corbel</vt:lpstr>
      <vt:lpstr>Courier New</vt:lpstr>
      <vt:lpstr>Wingdings 2</vt:lpstr>
      <vt:lpstr>Cadre</vt:lpstr>
      <vt:lpstr>SYSTÈME DE RÉSERVATION INTERACTIF VIA CHATBOT  </vt:lpstr>
      <vt:lpstr>Contexte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Rodrigues Dos Santos Fábio</dc:creator>
  <cp:lastModifiedBy>Rodrigues Dos Santos Fábio</cp:lastModifiedBy>
  <cp:revision>6</cp:revision>
  <dcterms:created xsi:type="dcterms:W3CDTF">2024-08-17T12:48:51Z</dcterms:created>
  <dcterms:modified xsi:type="dcterms:W3CDTF">2024-08-17T19:26:55Z</dcterms:modified>
</cp:coreProperties>
</file>