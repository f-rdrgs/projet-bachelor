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97</TotalTime>
  <Words>24</Words>
  <Application>Microsoft Office PowerPoint</Application>
  <PresentationFormat>Grand écran</PresentationFormat>
  <Paragraphs>6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5" baseType="lpstr">
      <vt:lpstr>Corbel</vt:lpstr>
      <vt:lpstr>Wingdings 2</vt:lpstr>
      <vt:lpstr>Cadre</vt:lpstr>
      <vt:lpstr>SYSTÈME DE RÉSERVATION INTERACTIF VIA CHATBOT 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3</cp:revision>
  <dcterms:created xsi:type="dcterms:W3CDTF">2024-08-17T12:48:51Z</dcterms:created>
  <dcterms:modified xsi:type="dcterms:W3CDTF">2024-08-17T14:26:09Z</dcterms:modified>
</cp:coreProperties>
</file>