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AC3142-495C-4280-881B-1526FF75665B}" type="datetimeFigureOut">
              <a:rPr lang="fr-CH" smtClean="0"/>
              <a:t>20.08.2024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A1A13C-C183-424C-A414-74278106B56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8455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BC7A4-560B-4424-86D9-D529C3ED2E24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56CEA-0161-4B0B-A6F9-D90790302E09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ECC23-A5A0-44D4-B496-B55A434D5385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DEE0E-910E-4647-A748-0A8F2A962DCA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9AEDB-DA47-42B1-AA20-FA4193278BFB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3806D-CEFF-4C7C-B69E-E8C6C2135F0C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99852-6437-4F59-8BA4-BD526AE7B018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EB050-0ECA-42EF-A435-70711370D85B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2ABD-58D4-4C9E-B1B8-CEC2AA8DBD93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1063-52CC-4584-9EE9-3A5FBF2927BA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21167-5961-4EAA-A2C5-C443E1B8357A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4EEF54E-F662-454E-AE7D-91A1E3F52308}" type="datetime1">
              <a:rPr lang="en-US" smtClean="0"/>
              <a:t>8/20/2024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H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EEAC6F88-0753-9667-2E37-B001DE3E1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9" y="1298448"/>
            <a:ext cx="7073487" cy="3255264"/>
          </a:xfrm>
        </p:spPr>
        <p:txBody>
          <a:bodyPr>
            <a:normAutofit fontScale="90000"/>
          </a:bodyPr>
          <a:lstStyle/>
          <a:p>
            <a:r>
              <a:rPr lang="fr-CH" dirty="0">
                <a:solidFill>
                  <a:schemeClr val="accent1"/>
                </a:solidFill>
              </a:rPr>
              <a:t>SYSTÈME DE RÉSERVATION INTERACTIF VIA CHATBOT  </a:t>
            </a:r>
          </a:p>
        </p:txBody>
      </p:sp>
      <p:sp>
        <p:nvSpPr>
          <p:cNvPr id="8" name="Sous-titre 7">
            <a:extLst>
              <a:ext uri="{FF2B5EF4-FFF2-40B4-BE49-F238E27FC236}">
                <a16:creationId xmlns:a16="http://schemas.microsoft.com/office/drawing/2014/main" id="{23E8BC3D-40C5-E08A-67A9-5EC2943CC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8702" y="4084889"/>
            <a:ext cx="3021621" cy="1709159"/>
          </a:xfrm>
        </p:spPr>
        <p:txBody>
          <a:bodyPr>
            <a:normAutofit/>
          </a:bodyPr>
          <a:lstStyle/>
          <a:p>
            <a:pPr algn="r"/>
            <a:r>
              <a:rPr lang="fr-CH" sz="1800" dirty="0">
                <a:solidFill>
                  <a:srgbClr val="FFFFFF"/>
                </a:solidFill>
              </a:rPr>
              <a:t>Réalisé par : </a:t>
            </a:r>
          </a:p>
          <a:p>
            <a:pPr algn="r"/>
            <a:r>
              <a:rPr lang="fr-CH" sz="1800" dirty="0">
                <a:solidFill>
                  <a:srgbClr val="FFFFFF"/>
                </a:solidFill>
              </a:rPr>
              <a:t>Rodrigues dos Santos Fabio</a:t>
            </a:r>
          </a:p>
          <a:p>
            <a:pPr algn="r"/>
            <a:r>
              <a:rPr lang="fr-CH" sz="1800" dirty="0">
                <a:solidFill>
                  <a:srgbClr val="FFFFFF"/>
                </a:solidFill>
              </a:rPr>
              <a:t>Suivi par : </a:t>
            </a:r>
          </a:p>
          <a:p>
            <a:pPr algn="r"/>
            <a:r>
              <a:rPr lang="fr-CH" sz="1800" dirty="0" err="1">
                <a:solidFill>
                  <a:srgbClr val="FFFFFF"/>
                </a:solidFill>
              </a:rPr>
              <a:t>Eggenberg</a:t>
            </a:r>
            <a:r>
              <a:rPr lang="fr-CH" sz="1800" dirty="0">
                <a:solidFill>
                  <a:srgbClr val="FFFFFF"/>
                </a:solidFill>
              </a:rPr>
              <a:t> </a:t>
            </a:r>
            <a:r>
              <a:rPr lang="fr-CH" sz="1800" dirty="0" err="1">
                <a:solidFill>
                  <a:srgbClr val="FFFFFF"/>
                </a:solidFill>
              </a:rPr>
              <a:t>Niklaus</a:t>
            </a:r>
            <a:endParaRPr lang="fr-CH" sz="1800" dirty="0">
              <a:solidFill>
                <a:srgbClr val="FFFFFF"/>
              </a:solidFill>
            </a:endParaRPr>
          </a:p>
        </p:txBody>
      </p:sp>
      <p:sp>
        <p:nvSpPr>
          <p:cNvPr id="9" name="Titre 6">
            <a:extLst>
              <a:ext uri="{FF2B5EF4-FFF2-40B4-BE49-F238E27FC236}">
                <a16:creationId xmlns:a16="http://schemas.microsoft.com/office/drawing/2014/main" id="{392FAAAB-2693-E193-F32F-53F308B81A30}"/>
              </a:ext>
            </a:extLst>
          </p:cNvPr>
          <p:cNvSpPr txBox="1">
            <a:spLocks/>
          </p:cNvSpPr>
          <p:nvPr/>
        </p:nvSpPr>
        <p:spPr>
          <a:xfrm>
            <a:off x="1069849" y="4705568"/>
            <a:ext cx="5669816" cy="467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CH" sz="2400" i="1" dirty="0">
                <a:solidFill>
                  <a:schemeClr val="accent2"/>
                </a:solidFill>
              </a:rPr>
              <a:t>Projet de </a:t>
            </a:r>
            <a:r>
              <a:rPr lang="fr-CH" sz="2400" i="1" dirty="0" err="1">
                <a:solidFill>
                  <a:schemeClr val="accent2"/>
                </a:solidFill>
              </a:rPr>
              <a:t>Bachelor</a:t>
            </a:r>
            <a:r>
              <a:rPr lang="fr-CH" sz="2400" i="1" dirty="0">
                <a:solidFill>
                  <a:schemeClr val="accent2"/>
                </a:solidFill>
              </a:rPr>
              <a:t> , Septembre 2024</a:t>
            </a:r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DD4D5C53-4E19-C45C-A7EF-80A191756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CC8AA71E-6A37-272E-AF57-38BD43C9D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4408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3EF90D-D65A-8A6C-6357-72A38FFD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sz="4400" dirty="0"/>
              <a:t>Contexte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40A75D-D479-8D68-5819-89FEE7EEC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Projet réalisé dans le cadre du travail de </a:t>
            </a:r>
            <a:r>
              <a:rPr lang="fr-CH" dirty="0" err="1"/>
              <a:t>Bachelor</a:t>
            </a: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Idée de projet initiale par M. </a:t>
            </a:r>
            <a:r>
              <a:rPr lang="fr-CH" dirty="0" err="1"/>
              <a:t>Niklaus</a:t>
            </a:r>
            <a:r>
              <a:rPr lang="fr-CH" dirty="0"/>
              <a:t> </a:t>
            </a:r>
            <a:r>
              <a:rPr lang="fr-CH" dirty="0" err="1"/>
              <a:t>Eggenberg</a:t>
            </a: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Bot de réservation conversationnel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H" dirty="0"/>
              <a:t>Alternative aux systèmes courants de réservation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H" dirty="0"/>
              <a:t>Sites Web avec menus cliquables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H" dirty="0"/>
              <a:t>Appels Téléphoniques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H" dirty="0"/>
              <a:t>Réservations en personne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H" dirty="0"/>
              <a:t>Complément/ajout à un système existant de réservation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CH" dirty="0"/>
              <a:t>Exploration d’une direction rarement prise pour de tels systèmes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fr-CH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17B811-EEE8-9F17-0919-33990C1D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901B04D-6E8F-5582-B597-B5B902DE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7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AB9D38-1BFF-1201-3804-547361FAB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Déroulement du projet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AAE23709-DF63-D5B6-65C3-8FE38DAF5A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3943" y="3053017"/>
            <a:ext cx="8306591" cy="751965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B55C2C-769D-4CF0-A2B6-0DE9CFB2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34632FE-DE84-4BA1-AA8A-001E68E5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A9FB95-BFF9-CF89-4542-F33995C6879F}"/>
              </a:ext>
            </a:extLst>
          </p:cNvPr>
          <p:cNvSpPr txBox="1"/>
          <p:nvPr/>
        </p:nvSpPr>
        <p:spPr>
          <a:xfrm>
            <a:off x="6143496" y="1872367"/>
            <a:ext cx="29474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H" sz="3200" b="1" i="1" dirty="0">
                <a:latin typeface="+mj-lt"/>
              </a:rPr>
              <a:t>Semaine typique</a:t>
            </a:r>
          </a:p>
        </p:txBody>
      </p:sp>
    </p:spTree>
    <p:extLst>
      <p:ext uri="{BB962C8B-B14F-4D97-AF65-F5344CB8AC3E}">
        <p14:creationId xmlns:p14="http://schemas.microsoft.com/office/powerpoint/2010/main" val="176125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ED4B7-D352-10EC-C1CD-9253B1245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fr-CH" dirty="0"/>
              <a:t>Panorama des sources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5A0717-8BB5-C6EA-EE19-1593F57DE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3585891" cy="5120640"/>
          </a:xfrm>
        </p:spPr>
        <p:txBody>
          <a:bodyPr>
            <a:normAutofit/>
          </a:bodyPr>
          <a:lstStyle/>
          <a:p>
            <a:r>
              <a:rPr lang="fr-CH" dirty="0"/>
              <a:t>Blogs divers</a:t>
            </a:r>
          </a:p>
          <a:p>
            <a:r>
              <a:rPr lang="fr-CH" dirty="0"/>
              <a:t>Articles web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H" dirty="0"/>
              <a:t>IBM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H" dirty="0"/>
              <a:t>Medium.com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H" dirty="0"/>
              <a:t>Analytics Vidhya</a:t>
            </a:r>
          </a:p>
          <a:p>
            <a:r>
              <a:rPr lang="fr-CH" dirty="0"/>
              <a:t>Articles de Recherche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fr-CH" dirty="0"/>
          </a:p>
        </p:txBody>
      </p:sp>
      <p:pic>
        <p:nvPicPr>
          <p:cNvPr id="7" name="Graphique 6" descr="Livres avec un remplissage uni">
            <a:extLst>
              <a:ext uri="{FF2B5EF4-FFF2-40B4-BE49-F238E27FC236}">
                <a16:creationId xmlns:a16="http://schemas.microsoft.com/office/drawing/2014/main" id="{C0B11024-8AEE-03AF-2229-3C2D66757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8120" y="1691640"/>
            <a:ext cx="3474720" cy="3474720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EB3E97C-3E2D-7500-CC21-6FB59A791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69268" y="6356350"/>
            <a:ext cx="591151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fr-CH"/>
              <a:t>Présentation BA - Chatbot Réservation - Rodrigues dos Santos Fabio</a:t>
            </a:r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D8279AA-F576-7E74-F0EA-E82F6874B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FAB73BC-B049-4115-A692-8D63A059BFB8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915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781D2AAC-4347-F3F7-8C85-1D59A3459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904D1CC-CB89-8A30-F84F-CED6D01EE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arenR"/>
            </a:pPr>
            <a:r>
              <a:rPr lang="fr-CH" dirty="0"/>
              <a:t>Fondements théoriques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Analyse technologique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Choix technologique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Implémentation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Résultats obtenus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Démonstration</a:t>
            </a:r>
          </a:p>
          <a:p>
            <a:pPr marL="514350" indent="-514350">
              <a:buFont typeface="+mj-lt"/>
              <a:buAutoNum type="arabicParenR"/>
            </a:pPr>
            <a:r>
              <a:rPr lang="fr-CH" dirty="0"/>
              <a:t>Conclusion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6829452-C558-5EE4-4F23-518653E23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H"/>
              <a:t>Présentation BA - Chatbot Réservation - Rodrigues dos Santos Fabio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7DFF10-678C-E4A4-5BA1-7B883901C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922399"/>
      </p:ext>
    </p:extLst>
  </p:cSld>
  <p:clrMapOvr>
    <a:masterClrMapping/>
  </p:clrMapOvr>
</p:sld>
</file>

<file path=ppt/theme/theme1.xml><?xml version="1.0" encoding="utf-8"?>
<a:theme xmlns:a="http://schemas.openxmlformats.org/drawingml/2006/main" name="Cadre">
  <a:themeElements>
    <a:clrScheme name="Bleu chau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TM03457475[[fn=Cadre]]</Template>
  <TotalTime>823</TotalTime>
  <Words>169</Words>
  <Application>Microsoft Office PowerPoint</Application>
  <PresentationFormat>Grand écran</PresentationFormat>
  <Paragraphs>43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Aptos</vt:lpstr>
      <vt:lpstr>Arial</vt:lpstr>
      <vt:lpstr>Corbel</vt:lpstr>
      <vt:lpstr>Courier New</vt:lpstr>
      <vt:lpstr>Wingdings</vt:lpstr>
      <vt:lpstr>Wingdings 2</vt:lpstr>
      <vt:lpstr>Cadre</vt:lpstr>
      <vt:lpstr>SYSTÈME DE RÉSERVATION INTERACTIF VIA CHATBOT  </vt:lpstr>
      <vt:lpstr>Contexte</vt:lpstr>
      <vt:lpstr>Déroulement du projet</vt:lpstr>
      <vt:lpstr>Panorama des sources</vt:lpstr>
      <vt:lpstr>Sommaire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Rodrigues Dos Santos Fábio</dc:creator>
  <cp:lastModifiedBy>Rodrigues Dos Santos Fábio</cp:lastModifiedBy>
  <cp:revision>14</cp:revision>
  <dcterms:created xsi:type="dcterms:W3CDTF">2024-08-17T12:48:51Z</dcterms:created>
  <dcterms:modified xsi:type="dcterms:W3CDTF">2024-08-20T19:58:27Z</dcterms:modified>
</cp:coreProperties>
</file>